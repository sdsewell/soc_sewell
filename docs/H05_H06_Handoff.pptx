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H05 → H06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Handoff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H05 neon inversion delivers to H06 wind retrieval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WindCube FPI  ·  CAL01  ·  2026-05-27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context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H05 characterises the instrument. H06 measures the wind.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3474720" cy="2560320"/>
          </a:xfrm>
          <a:prstGeom prst="rect">
            <a:avLst/>
          </a:prstGeom>
          <a:solidFill>
            <a:srgbClr val="112240"/>
          </a:solidFill>
          <a:ln w="19050">
            <a:solidFill>
              <a:srgbClr val="0D9E8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3474720" cy="384048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H05  —  Neon calibration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lamp fringe image
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Fits 11-parameter Airy model
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r² ≤ 12 000 px² (r ≤ 109.5 px)
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parameter dict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_cal_result.npy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86200" y="2286000"/>
            <a:ext cx="1280160" cy="54864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5074920" y="2176272"/>
            <a:ext cx="201168" cy="274320"/>
          </a:xfrm>
          <a:prstGeom prst="rtTriangle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011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1143000"/>
            <a:ext cx="3474720" cy="2560320"/>
          </a:xfrm>
          <a:prstGeom prst="rect">
            <a:avLst/>
          </a:prstGeom>
          <a:solidFill>
            <a:srgbClr val="112240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0" y="1143000"/>
            <a:ext cx="347472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143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H06  —  Wind retrieval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16002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airglow fringe image +
cal_result.npy
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All instrument params fixed
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free parameter: v_LOS
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line-of-sight wind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(m/s)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3977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epsilon_cal anchors the zero-wind phase — every wind measurement is a shift relative to this value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.npy contains — field by field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13232"/>
            <a:ext cx="1691640" cy="292608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132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713232"/>
            <a:ext cx="2514600" cy="292608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7132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(example)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713232"/>
            <a:ext cx="2057400" cy="292608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7132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H06?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713232"/>
            <a:ext cx="2057400" cy="292608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7132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060704"/>
            <a:ext cx="1691640" cy="283464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1060704"/>
            <a:ext cx="2514600" cy="283464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060704"/>
            <a:ext cx="2057400" cy="283464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1060704"/>
            <a:ext cx="2057400" cy="283464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060704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48840" y="1060704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20.1076255 mm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1060704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critical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1060704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Etalon gap; sets fringe spacing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1362456"/>
            <a:ext cx="1691640" cy="283464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03120" y="1362456"/>
            <a:ext cx="2514600" cy="283464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362456"/>
            <a:ext cx="2057400" cy="283464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362456"/>
            <a:ext cx="2057400" cy="283464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1362456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48840" y="1362456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1.607e-4 rad/px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1362456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critical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1362456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scale; maps r → angle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1664208"/>
            <a:ext cx="1691640" cy="283464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03120" y="1664208"/>
            <a:ext cx="2514600" cy="283464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664208"/>
            <a:ext cx="2057400" cy="283464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1664208"/>
            <a:ext cx="2057400" cy="283464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1664208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epsilon_cal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148840" y="1664208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0.266318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1664208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critical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12280" y="1664208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Zero-wind phase ref; (2t/λ₁) mod 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1965960"/>
            <a:ext cx="169164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03120" y="1965960"/>
            <a:ext cx="25146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1965960"/>
            <a:ext cx="20574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1965960"/>
            <a:ext cx="20574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1965960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R_refl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148840" y="1965960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0.2413 (= R1)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09160" y="1965960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12280" y="1965960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Fringe contrast at OI 630 nm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2267712"/>
            <a:ext cx="169164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03120" y="2267712"/>
            <a:ext cx="251460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2267712"/>
            <a:ext cx="205740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2267712"/>
            <a:ext cx="205740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2267712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sigma0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148840" y="2267712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0.5592 px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09160" y="2267712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12280" y="2267712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PSF blur width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2569464"/>
            <a:ext cx="169164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03120" y="2569464"/>
            <a:ext cx="25146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2569464"/>
            <a:ext cx="20574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66560" y="2569464"/>
            <a:ext cx="20574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2569464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I0/I1/I2/I3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2148840" y="2569464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1817 / –0.208 / …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709160" y="2569464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812280" y="2569464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envelope coefficients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" y="2871216"/>
            <a:ext cx="169164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03120" y="2871216"/>
            <a:ext cx="251460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63440" y="2871216"/>
            <a:ext cx="205740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66560" y="2871216"/>
            <a:ext cx="205740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2871216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2148840" y="2871216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658 ADU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709160" y="2871216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812280" y="2871216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bias pedestal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5760" y="3172968"/>
            <a:ext cx="169164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03120" y="3172968"/>
            <a:ext cx="25146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63440" y="3172968"/>
            <a:ext cx="20574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0" y="3172968"/>
            <a:ext cx="20574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3172968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2148840" y="3172968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0.2830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709160" y="3172968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812280" y="3172968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638.3 nm reflectivity; neon only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" y="3474720"/>
            <a:ext cx="169164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103120" y="3474720"/>
            <a:ext cx="251460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63440" y="3474720"/>
            <a:ext cx="205740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0" y="3474720"/>
            <a:ext cx="205740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11480" y="3474720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ne_ratio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2148840" y="3474720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0.7883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4709160" y="3474720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812280" y="3474720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638/640 intensity ratio; neon only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65760" y="3776472"/>
            <a:ext cx="169164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103120" y="3776472"/>
            <a:ext cx="25146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663440" y="3776472"/>
            <a:ext cx="20574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66560" y="3776472"/>
            <a:ext cx="20574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11480" y="3776472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chi2_reduced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2148840" y="3776472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1.587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4709160" y="3776472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6812280" y="3776472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quality diagnostic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65760" y="4078224"/>
            <a:ext cx="169164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103120" y="4078224"/>
            <a:ext cx="251460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663440" y="4078224"/>
            <a:ext cx="205740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766560" y="4078224"/>
            <a:ext cx="2057400" cy="283464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11480" y="4078224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r2_max_fit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2148840" y="4078224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12000 px²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4709160" y="4078224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6812280" y="4078224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Provenance: radial cutoff used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365760" y="4379976"/>
            <a:ext cx="169164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103120" y="4379976"/>
            <a:ext cx="25146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663440" y="4379976"/>
            <a:ext cx="20574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66560" y="4379976"/>
            <a:ext cx="2057400" cy="283464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11480" y="4379976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n_pairs_tolansky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2148840" y="4379976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4709160" y="4379976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6812280" y="4379976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Provenance: Tolansky seed pairs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link: epsilon_cal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0D1E35"/>
          </a:solidFill>
          <a:ln w="12700">
            <a:solidFill>
              <a:srgbClr val="0D9E8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ε_cal  =  (2 · t / λ₁) mod 1       where λ₁ = 640.2248 nm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834640" cy="2697480"/>
          </a:xfrm>
          <a:prstGeom prst="rect">
            <a:avLst/>
          </a:prstGeom>
          <a:solidFill>
            <a:srgbClr val="112240"/>
          </a:solidFill>
          <a:ln w="15240">
            <a:solidFill>
              <a:srgbClr val="0D9E8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2834640" cy="347472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represents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984248"/>
            <a:ext cx="26151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fractional interference order at the detector centre when the thermosphere has zero line-of-sight velocity. It is the absolute phase reference.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72768"/>
            <a:ext cx="2834640" cy="2697480"/>
          </a:xfrm>
          <a:prstGeom prst="rect">
            <a:avLst/>
          </a:prstGeom>
          <a:solidFill>
            <a:srgbClr val="112240"/>
          </a:solidFill>
          <a:ln w="15240">
            <a:solidFill>
              <a:srgbClr val="4A7FC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572768"/>
            <a:ext cx="2834640" cy="347472"/>
          </a:xfrm>
          <a:prstGeom prst="rect">
            <a:avLst/>
          </a:prstGeom>
          <a:solidFill>
            <a:srgbClr val="4A7FC4"/>
          </a:solidFill>
          <a:ln w="12700">
            <a:solidFill>
              <a:srgbClr val="4A7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5727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1984248"/>
            <a:ext cx="26151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ε_cal, H06 can only measure relative Doppler shifts. With it, shifts are converted to absolute velocities in m/s referenced to the rest wavelength.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572768"/>
            <a:ext cx="2834640" cy="2697480"/>
          </a:xfrm>
          <a:prstGeom prst="rect">
            <a:avLst/>
          </a:prstGeom>
          <a:solidFill>
            <a:srgbClr val="112240"/>
          </a:solidFill>
          <a:ln w="1524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72768"/>
            <a:ext cx="283464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727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used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7648" y="1984248"/>
            <a:ext cx="26151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H06 computes λ_c = λ_OI · (1 + v/c) and finds v by minimising χ² between the observed airglow profile and the model A(r; t, α, R, σ₀, λ_c).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v_LOS (recession) → λ_c &gt; λ₀ → fringes shift inward to smaller r  |  Negative (approach) → fringes shift outward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H06 does not use — and why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841248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73152" cy="7132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 (638.3 nm reflectivity)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13385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characterises the neon weak line. The OI 630 nm airglow is a single-wavelength source — only R1 (≈ R_refl at 630 nm) enters the H06 Airy model.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09344"/>
            <a:ext cx="841248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09344"/>
            <a:ext cx="73152" cy="7132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45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ne_ratio  (638/640 intensity ratio)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amplitude ratio of the two neon lamp lines. It has no physical meaning for the airglow source, which emits only at 630.0304 nm.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841248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95728"/>
            <a:ext cx="73152" cy="7132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323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chi2_reduced, converged, quality_flags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27066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quality diagnostics. H06 reads them only to gate on calibration quality — if chi2_reduced is too high or converged=False, H06 can flag science frames.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182112"/>
            <a:ext cx="841248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82112"/>
            <a:ext cx="73152" cy="7132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186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r2_max_fit, n_pairs_tolansky, source_file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4930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fields for traceability and reproducibility. Not consumed in the wind retrieval computation.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968496"/>
            <a:ext cx="841248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68496"/>
            <a:ext cx="73152" cy="7132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050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t_eff_phase_corrected_mm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2793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phase-corrected gap used as the LM seed. The fitted t_m is what H06 uses — the seed value is provenance only.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H05 → H06 Calibration Handoff</dc:title>
  <dc:subject>PptxGenJS Presentation</dc:subject>
  <dc:creator>PptxGenJS</dc:creator>
  <cp:lastModifiedBy>PptxGenJS</cp:lastModifiedBy>
  <cp:revision>1</cp:revision>
  <dcterms:created xsi:type="dcterms:W3CDTF">2026-05-27T16:40:07Z</dcterms:created>
  <dcterms:modified xsi:type="dcterms:W3CDTF">2026-05-27T16:40:07Z</dcterms:modified>
</cp:coreProperties>
</file>